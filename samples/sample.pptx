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8"/>
    <p:restoredTop sz="94671"/>
  </p:normalViewPr>
  <p:slideViewPr>
    <p:cSldViewPr snapToGrid="0" snapToObjects="1">
      <p:cViewPr varScale="1">
        <p:scale>
          <a:sx n="92" d="100"/>
          <a:sy n="92" d="100"/>
        </p:scale>
        <p:origin x="6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299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161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85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68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153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0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917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825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960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575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66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C5E9F4-ABA9-7C48-8C55-E350C4AB4067}" type="datetimeFigureOut">
              <a:rPr lang="en-US" smtClean="0"/>
              <a:t>2/13/17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BFC18F-573E-BC4B-9AA3-3EE86C20F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687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973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Calibri Light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15.0030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Karel Brinda</dc:creator>
  <cp:lastModifiedBy>Karel Brinda</cp:lastModifiedBy>
  <cp:revision>1</cp:revision>
  <dcterms:created xsi:type="dcterms:W3CDTF">2017-02-14T00:11:43Z</dcterms:created>
  <dcterms:modified xsi:type="dcterms:W3CDTF">2017-02-14T00:12:47Z</dcterms:modified>
</cp:coreProperties>
</file>