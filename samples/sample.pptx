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4671"/>
  </p:normalViewPr>
  <p:slideViewPr>
    <p:cSldViewPr snapToGrid="0" snapToObjects="1">
      <p:cViewPr varScale="1">
        <p:scale>
          <a:sx n="99" d="100"/>
          <a:sy n="99" d="100"/>
        </p:scale>
        <p:origin x="1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5E9F4-ABA9-7C48-8C55-E350C4AB4067}" type="datetimeFigureOut">
              <a:rPr lang="en-US" smtClean="0"/>
              <a:t>2/27/17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FC18F-573E-BC4B-9AA3-3EE86C20F1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5E9F4-ABA9-7C48-8C55-E350C4AB4067}" type="datetimeFigureOut">
              <a:rPr lang="en-US" smtClean="0"/>
              <a:t>2/27/17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FC18F-573E-BC4B-9AA3-3EE86C20F1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5E9F4-ABA9-7C48-8C55-E350C4AB4067}" type="datetimeFigureOut">
              <a:rPr lang="en-US" smtClean="0"/>
              <a:t>2/27/17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FC18F-573E-BC4B-9AA3-3EE86C20F1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5E9F4-ABA9-7C48-8C55-E350C4AB4067}" type="datetimeFigureOut">
              <a:rPr lang="en-US" smtClean="0"/>
              <a:t>2/27/17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FC18F-573E-BC4B-9AA3-3EE86C20F1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5E9F4-ABA9-7C48-8C55-E350C4AB4067}" type="datetimeFigureOut">
              <a:rPr lang="en-US" smtClean="0"/>
              <a:t>2/27/17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FC18F-573E-BC4B-9AA3-3EE86C20F1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5E9F4-ABA9-7C48-8C55-E350C4AB4067}" type="datetimeFigureOut">
              <a:rPr lang="en-US" smtClean="0"/>
              <a:t>2/27/17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FC18F-573E-BC4B-9AA3-3EE86C20F1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5E9F4-ABA9-7C48-8C55-E350C4AB4067}" type="datetimeFigureOut">
              <a:rPr lang="en-US" smtClean="0"/>
              <a:t>2/27/17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FC18F-573E-BC4B-9AA3-3EE86C20F1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5E9F4-ABA9-7C48-8C55-E350C4AB4067}" type="datetimeFigureOut">
              <a:rPr lang="en-US" smtClean="0"/>
              <a:t>2/27/17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FC18F-573E-BC4B-9AA3-3EE86C20F1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5E9F4-ABA9-7C48-8C55-E350C4AB4067}" type="datetimeFigureOut">
              <a:rPr lang="en-US" smtClean="0"/>
              <a:t>2/27/17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FC18F-573E-BC4B-9AA3-3EE86C20F1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5E9F4-ABA9-7C48-8C55-E350C4AB4067}" type="datetimeFigureOut">
              <a:rPr lang="en-US" smtClean="0"/>
              <a:t>2/27/17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FC18F-573E-BC4B-9AA3-3EE86C20F1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5E9F4-ABA9-7C48-8C55-E350C4AB4067}" type="datetimeFigureOut">
              <a:rPr lang="en-US" smtClean="0"/>
              <a:t>2/27/17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FC18F-573E-BC4B-9AA3-3EE86C20F1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5E9F4-ABA9-7C48-8C55-E350C4AB4067}" type="datetimeFigureOut">
              <a:rPr lang="en-US" smtClean="0"/>
              <a:t>2/27/17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BFC18F-573E-BC4B-9AA3-3EE86C20F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245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973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0</Words>
  <Application>Microsoft Macintosh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Karel Brinda</dc:creator>
  <cp:lastModifiedBy>Karel Brinda</cp:lastModifiedBy>
  <cp:revision>2</cp:revision>
  <dcterms:created xsi:type="dcterms:W3CDTF">2017-02-14T00:11:43Z</dcterms:created>
  <dcterms:modified xsi:type="dcterms:W3CDTF">2017-02-27T15:04:06Z</dcterms:modified>
</cp:coreProperties>
</file>